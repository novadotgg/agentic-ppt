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we’ll explore how panda conservation has made significant strides. First, we see a 12% increase in wild populations, reaching nearly 1,900 individuals. This growth is tied to expanded protected areas covering 1.2 million hectares, which now protect 65% of the species’ historic range. These numbers show that coordinated protection efforts are paying off, but we still have work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community-driven solutions, local bamboo farms have increased food supply by 30%, directly benefiting panda nutrition. Citizen science initiatives have logged over 5,000 sightings in 2023, giving us better data on distribution. With 78% of local villages participating, community engagement is a powerful lever for conservation.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we set a target of 1,400 pandas by 2030 if current trends continue. Achieving this requires 80% habitat corridor coverage and $200 million annually in funding. These metrics guide our strategic actions and help secure a stable future for the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2011680" cy="36576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13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1F5F9"/>
                </a:solidFill>
                <a:latin typeface="Segoe UI"/>
              </a:defRPr>
            </a:pPr>
            <a:r>
              <a:t>Panda Conservation Gains Momentum: 2024 Global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31920"/>
            <a:ext cx="1645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Key achievements, threats, and future actions for giant pandas worldwide.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Prepared by Nova PPT Gen  •  Panda Conservation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From Threat to Triumph: How Community Engagement Drives Panda Recovery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Local initiatives are turning the tide for the endangered species.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23818" cy="429768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13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10B981"/>
                </a:solidFill>
                <a:latin typeface="Segoe UI"/>
              </a:defRPr>
            </a:pPr>
            <a:r>
              <a:t>30%</a:t>
            </a:r>
          </a:p>
          <a:p>
            <a:pPr>
              <a:spcAft>
                <a:spcPts val="1000"/>
              </a:spcAft>
              <a:defRPr sz="1500" b="1">
                <a:solidFill>
                  <a:srgbClr val="F1F5F9"/>
                </a:solidFill>
                <a:latin typeface="Segoe UI"/>
              </a:defRPr>
            </a:pPr>
            <a:r>
              <a:t>Bamboo Farm Impact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Community farms boosted bamboo supply by 30%, improving panda nutrition.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42381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3938" y="1920240"/>
            <a:ext cx="3423818" cy="429768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13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10B981"/>
                </a:solidFill>
                <a:latin typeface="Segoe UI"/>
              </a:defRPr>
            </a:pPr>
            <a:r>
              <a:t>5,000</a:t>
            </a:r>
          </a:p>
          <a:p>
            <a:pPr>
              <a:spcAft>
                <a:spcPts val="1000"/>
              </a:spcAft>
              <a:defRPr sz="1500" b="1">
                <a:solidFill>
                  <a:srgbClr val="F1F5F9"/>
                </a:solidFill>
                <a:latin typeface="Segoe UI"/>
              </a:defRPr>
            </a:pPr>
            <a:r>
              <a:t>Citizen Science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Over 5,000 sightings logged in 2023, enhancing distribution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3938" y="1920240"/>
            <a:ext cx="342381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6356" y="1920240"/>
            <a:ext cx="3423818" cy="429768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13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10B981"/>
                </a:solidFill>
                <a:latin typeface="Segoe UI"/>
              </a:defRPr>
            </a:pPr>
            <a:r>
              <a:t>78%</a:t>
            </a:r>
          </a:p>
          <a:p>
            <a:pPr>
              <a:spcAft>
                <a:spcPts val="1000"/>
              </a:spcAft>
              <a:defRPr sz="1500" b="1">
                <a:solidFill>
                  <a:srgbClr val="F1F5F9"/>
                </a:solidFill>
                <a:latin typeface="Segoe UI"/>
              </a:defRPr>
            </a:pPr>
            <a:r>
              <a:t>Community Participation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78% of local villages actively engaged in panda conservation.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36356" y="1920240"/>
            <a:ext cx="342381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Projected 2030 Outlook: 1,400 pandas in the wild if current trends continue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Strategic actions can secure a stable population.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23818" cy="429768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13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274320" tIns="411480"/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TAKEAWAY 01</a:t>
            </a:r>
          </a:p>
          <a:p>
            <a:pPr>
              <a:spcAft>
                <a:spcPts val="10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Population Target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Aim to reach 1,400 pandas by 2030 under current growth trajectory.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42381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3938" y="1920240"/>
            <a:ext cx="3423818" cy="429768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13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274320" tIns="411480"/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TAKEAWAY 02</a:t>
            </a:r>
          </a:p>
          <a:p>
            <a:pPr>
              <a:spcAft>
                <a:spcPts val="10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Habitat Connectivity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Target 80% corridor coverage linking fragmented panda habitats.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3938" y="1920240"/>
            <a:ext cx="342381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6356" y="1920240"/>
            <a:ext cx="3423818" cy="429768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13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274320" tIns="411480"/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TAKEAWAY 03</a:t>
            </a:r>
          </a:p>
          <a:p>
            <a:pPr>
              <a:spcAft>
                <a:spcPts val="10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Funding Need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$200 million annually required to sustain conservation programs.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36356" y="1920240"/>
            <a:ext cx="342381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